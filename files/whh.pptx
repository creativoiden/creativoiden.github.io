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1" r:id="rId5"/>
    <p:sldId id="260" r:id="rId6"/>
    <p:sldId id="262" r:id="rId7"/>
    <p:sldId id="263" r:id="rId8"/>
    <p:sldId id="264" r:id="rId9"/>
    <p:sldId id="265" r:id="rId10"/>
    <p:sldId id="266"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93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9531CEB0-2DD7-4B98-913A-C2E84F0147B0}" type="datetimeFigureOut">
              <a:rPr lang="zh-CN" altLang="en-US" smtClean="0"/>
              <a:t>2026/9/12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6F8410-B58A-4D26-8231-878EFABCC4EB}" type="slidenum">
              <a:rPr lang="zh-CN" altLang="en-US" smtClean="0"/>
              <a:t>‹#›</a:t>
            </a:fld>
            <a:endParaRPr lang="zh-CN" altLang="en-US"/>
          </a:p>
        </p:txBody>
      </p:sp>
    </p:spTree>
    <p:extLst>
      <p:ext uri="{BB962C8B-B14F-4D97-AF65-F5344CB8AC3E}">
        <p14:creationId xmlns:p14="http://schemas.microsoft.com/office/powerpoint/2010/main" val="2105496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531CEB0-2DD7-4B98-913A-C2E84F0147B0}" type="datetimeFigureOut">
              <a:rPr lang="zh-CN" altLang="en-US" smtClean="0"/>
              <a:t>2026/9/12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6F8410-B58A-4D26-8231-878EFABCC4EB}" type="slidenum">
              <a:rPr lang="zh-CN" altLang="en-US" smtClean="0"/>
              <a:t>‹#›</a:t>
            </a:fld>
            <a:endParaRPr lang="zh-CN" altLang="en-US"/>
          </a:p>
        </p:txBody>
      </p:sp>
    </p:spTree>
    <p:extLst>
      <p:ext uri="{BB962C8B-B14F-4D97-AF65-F5344CB8AC3E}">
        <p14:creationId xmlns:p14="http://schemas.microsoft.com/office/powerpoint/2010/main" val="844646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9531CEB0-2DD7-4B98-913A-C2E84F0147B0}" type="datetimeFigureOut">
              <a:rPr lang="zh-CN" altLang="en-US" smtClean="0"/>
              <a:t>2026/9/12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6F8410-B58A-4D26-8231-878EFABCC4EB}" type="slidenum">
              <a:rPr lang="zh-CN" altLang="en-US" smtClean="0"/>
              <a:t>‹#›</a:t>
            </a:fld>
            <a:endParaRPr lang="zh-CN" altLang="en-US"/>
          </a:p>
        </p:txBody>
      </p:sp>
    </p:spTree>
    <p:extLst>
      <p:ext uri="{BB962C8B-B14F-4D97-AF65-F5344CB8AC3E}">
        <p14:creationId xmlns:p14="http://schemas.microsoft.com/office/powerpoint/2010/main" val="2041656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531CEB0-2DD7-4B98-913A-C2E84F0147B0}" type="datetimeFigureOut">
              <a:rPr lang="zh-CN" altLang="en-US" smtClean="0"/>
              <a:t>2026/9/12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6F8410-B58A-4D26-8231-878EFABCC4EB}" type="slidenum">
              <a:rPr lang="zh-CN" altLang="en-US" smtClean="0"/>
              <a:t>‹#›</a:t>
            </a:fld>
            <a:endParaRPr lang="zh-CN" altLang="en-US"/>
          </a:p>
        </p:txBody>
      </p:sp>
    </p:spTree>
    <p:extLst>
      <p:ext uri="{BB962C8B-B14F-4D97-AF65-F5344CB8AC3E}">
        <p14:creationId xmlns:p14="http://schemas.microsoft.com/office/powerpoint/2010/main" val="2162952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531CEB0-2DD7-4B98-913A-C2E84F0147B0}" type="datetimeFigureOut">
              <a:rPr lang="zh-CN" altLang="en-US" smtClean="0"/>
              <a:t>2026/9/12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06F8410-B58A-4D26-8231-878EFABCC4EB}" type="slidenum">
              <a:rPr lang="zh-CN" altLang="en-US" smtClean="0"/>
              <a:t>‹#›</a:t>
            </a:fld>
            <a:endParaRPr lang="zh-CN" altLang="en-US"/>
          </a:p>
        </p:txBody>
      </p:sp>
    </p:spTree>
    <p:extLst>
      <p:ext uri="{BB962C8B-B14F-4D97-AF65-F5344CB8AC3E}">
        <p14:creationId xmlns:p14="http://schemas.microsoft.com/office/powerpoint/2010/main" val="2439460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531CEB0-2DD7-4B98-913A-C2E84F0147B0}" type="datetimeFigureOut">
              <a:rPr lang="zh-CN" altLang="en-US" smtClean="0"/>
              <a:t>2026/9/12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06F8410-B58A-4D26-8231-878EFABCC4EB}" type="slidenum">
              <a:rPr lang="zh-CN" altLang="en-US" smtClean="0"/>
              <a:t>‹#›</a:t>
            </a:fld>
            <a:endParaRPr lang="zh-CN" altLang="en-US"/>
          </a:p>
        </p:txBody>
      </p:sp>
    </p:spTree>
    <p:extLst>
      <p:ext uri="{BB962C8B-B14F-4D97-AF65-F5344CB8AC3E}">
        <p14:creationId xmlns:p14="http://schemas.microsoft.com/office/powerpoint/2010/main" val="199418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531CEB0-2DD7-4B98-913A-C2E84F0147B0}" type="datetimeFigureOut">
              <a:rPr lang="zh-CN" altLang="en-US" smtClean="0"/>
              <a:t>2026/9/12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06F8410-B58A-4D26-8231-878EFABCC4EB}" type="slidenum">
              <a:rPr lang="zh-CN" altLang="en-US" smtClean="0"/>
              <a:t>‹#›</a:t>
            </a:fld>
            <a:endParaRPr lang="zh-CN" altLang="en-US"/>
          </a:p>
        </p:txBody>
      </p:sp>
    </p:spTree>
    <p:extLst>
      <p:ext uri="{BB962C8B-B14F-4D97-AF65-F5344CB8AC3E}">
        <p14:creationId xmlns:p14="http://schemas.microsoft.com/office/powerpoint/2010/main" val="3859870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9531CEB0-2DD7-4B98-913A-C2E84F0147B0}" type="datetimeFigureOut">
              <a:rPr lang="zh-CN" altLang="en-US" smtClean="0"/>
              <a:t>2026/9/12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6F8410-B58A-4D26-8231-878EFABCC4EB}" type="slidenum">
              <a:rPr lang="zh-CN" altLang="en-US" smtClean="0"/>
              <a:t>‹#›</a:t>
            </a:fld>
            <a:endParaRPr lang="zh-CN" altLang="en-US"/>
          </a:p>
        </p:txBody>
      </p:sp>
    </p:spTree>
    <p:extLst>
      <p:ext uri="{BB962C8B-B14F-4D97-AF65-F5344CB8AC3E}">
        <p14:creationId xmlns:p14="http://schemas.microsoft.com/office/powerpoint/2010/main" val="1491589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9531CEB0-2DD7-4B98-913A-C2E84F0147B0}" type="datetimeFigureOut">
              <a:rPr lang="zh-CN" altLang="en-US" smtClean="0"/>
              <a:t>2026/9/12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6F8410-B58A-4D26-8231-878EFABCC4EB}" type="slidenum">
              <a:rPr lang="zh-CN" altLang="en-US" smtClean="0"/>
              <a:t>‹#›</a:t>
            </a:fld>
            <a:endParaRPr lang="zh-CN" altLang="en-US"/>
          </a:p>
        </p:txBody>
      </p:sp>
    </p:spTree>
    <p:extLst>
      <p:ext uri="{BB962C8B-B14F-4D97-AF65-F5344CB8AC3E}">
        <p14:creationId xmlns:p14="http://schemas.microsoft.com/office/powerpoint/2010/main" val="192505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531CEB0-2DD7-4B98-913A-C2E84F0147B0}" type="datetimeFigureOut">
              <a:rPr lang="zh-CN" altLang="en-US" smtClean="0"/>
              <a:t>2026/9/12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6F8410-B58A-4D26-8231-878EFABCC4EB}" type="slidenum">
              <a:rPr lang="zh-CN" altLang="en-US" smtClean="0"/>
              <a:t>‹#›</a:t>
            </a:fld>
            <a:endParaRPr lang="zh-CN" altLang="en-US"/>
          </a:p>
        </p:txBody>
      </p:sp>
    </p:spTree>
    <p:extLst>
      <p:ext uri="{BB962C8B-B14F-4D97-AF65-F5344CB8AC3E}">
        <p14:creationId xmlns:p14="http://schemas.microsoft.com/office/powerpoint/2010/main" val="1567255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531CEB0-2DD7-4B98-913A-C2E84F0147B0}" type="datetimeFigureOut">
              <a:rPr lang="zh-CN" altLang="en-US" smtClean="0"/>
              <a:t>2026/9/12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6F8410-B58A-4D26-8231-878EFABCC4EB}" type="slidenum">
              <a:rPr lang="zh-CN" altLang="en-US" smtClean="0"/>
              <a:t>‹#›</a:t>
            </a:fld>
            <a:endParaRPr lang="zh-CN" altLang="en-US"/>
          </a:p>
        </p:txBody>
      </p:sp>
    </p:spTree>
    <p:extLst>
      <p:ext uri="{BB962C8B-B14F-4D97-AF65-F5344CB8AC3E}">
        <p14:creationId xmlns:p14="http://schemas.microsoft.com/office/powerpoint/2010/main" val="3621521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31CEB0-2DD7-4B98-913A-C2E84F0147B0}" type="datetimeFigureOut">
              <a:rPr lang="zh-CN" altLang="en-US" smtClean="0"/>
              <a:t>2026/9/12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6F8410-B58A-4D26-8231-878EFABCC4EB}" type="slidenum">
              <a:rPr lang="zh-CN" altLang="en-US" smtClean="0"/>
              <a:t>‹#›</a:t>
            </a:fld>
            <a:endParaRPr lang="zh-CN" altLang="en-US"/>
          </a:p>
        </p:txBody>
      </p:sp>
    </p:spTree>
    <p:extLst>
      <p:ext uri="{BB962C8B-B14F-4D97-AF65-F5344CB8AC3E}">
        <p14:creationId xmlns:p14="http://schemas.microsoft.com/office/powerpoint/2010/main" val="2390093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en-US" altLang="zh-CN" sz="3600" dirty="0" smtClean="0">
                <a:latin typeface="微软雅黑" panose="020B0503020204020204" pitchFamily="34" charset="-122"/>
                <a:ea typeface="微软雅黑" panose="020B0503020204020204" pitchFamily="34" charset="-122"/>
              </a:rPr>
              <a:t>2026-2027</a:t>
            </a:r>
            <a:r>
              <a:rPr lang="zh-CN" altLang="en-US" sz="3600" dirty="0" smtClean="0">
                <a:latin typeface="微软雅黑" panose="020B0503020204020204" pitchFamily="34" charset="-122"/>
                <a:ea typeface="微软雅黑" panose="020B0503020204020204" pitchFamily="34" charset="-122"/>
              </a:rPr>
              <a:t>苏州工业园区星海实验高级中学学生会信息部广播室使用说明与规范</a:t>
            </a:r>
            <a:endParaRPr lang="zh-CN" altLang="en-US" sz="3600" dirty="0">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p:txBody>
          <a:bodyPr/>
          <a:lstStyle/>
          <a:p>
            <a:r>
              <a:rPr lang="en-US" altLang="zh-CN" dirty="0" smtClean="0">
                <a:latin typeface="微软雅黑" panose="020B0503020204020204" pitchFamily="34" charset="-122"/>
                <a:ea typeface="微软雅黑" panose="020B0503020204020204" pitchFamily="34" charset="-122"/>
              </a:rPr>
              <a:t>2026.9 </a:t>
            </a:r>
            <a:r>
              <a:rPr lang="zh-CN" altLang="en-US" dirty="0" smtClean="0">
                <a:latin typeface="微软雅黑" panose="020B0503020204020204" pitchFamily="34" charset="-122"/>
                <a:ea typeface="微软雅黑" panose="020B0503020204020204" pitchFamily="34" charset="-122"/>
              </a:rPr>
              <a:t>星海学生会信息部</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66361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广播室位置</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sz="half" idx="1"/>
          </p:nvPr>
        </p:nvSpPr>
        <p:spPr/>
        <p:txBody>
          <a:bodyPr/>
          <a:lstStyle/>
          <a:p>
            <a:pPr marL="0" indent="0">
              <a:buNone/>
            </a:pPr>
            <a:r>
              <a:rPr lang="zh-CN" altLang="en-US" dirty="0" smtClean="0">
                <a:latin typeface="微软雅黑" panose="020B0503020204020204" pitchFamily="34" charset="-122"/>
                <a:ea typeface="微软雅黑" panose="020B0503020204020204" pitchFamily="34" charset="-122"/>
              </a:rPr>
              <a:t>高三楼 </a:t>
            </a: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润志楼 </a:t>
            </a: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二楼</a:t>
            </a: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东走廊</a:t>
            </a: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二楼食堂必经之路</a:t>
            </a:r>
            <a:endParaRPr lang="en-US" altLang="zh-CN" dirty="0" smtClean="0">
              <a:latin typeface="微软雅黑" panose="020B0503020204020204" pitchFamily="34" charset="-122"/>
              <a:ea typeface="微软雅黑" panose="020B0503020204020204" pitchFamily="34" charset="-122"/>
            </a:endParaRPr>
          </a:p>
          <a:p>
            <a:endParaRPr lang="zh-CN" altLang="en-US" dirty="0"/>
          </a:p>
        </p:txBody>
      </p:sp>
      <p:pic>
        <p:nvPicPr>
          <p:cNvPr id="7" name="内容占位符 6"/>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5552016" y="1825625"/>
            <a:ext cx="5801784" cy="4351338"/>
          </a:xfrm>
          <a:prstGeom prst="rect">
            <a:avLst/>
          </a:prstGeom>
          <a:ln>
            <a:noFill/>
          </a:ln>
          <a:effectLst>
            <a:outerShdw blurRad="292100" dist="139700" dir="2700000" algn="tl" rotWithShape="0">
              <a:srgbClr val="333333">
                <a:alpha val="65000"/>
              </a:srgbClr>
            </a:outerShdw>
          </a:effectLst>
        </p:spPr>
      </p:pic>
      <p:sp>
        <p:nvSpPr>
          <p:cNvPr id="8" name="椭圆 7"/>
          <p:cNvSpPr/>
          <p:nvPr/>
        </p:nvSpPr>
        <p:spPr>
          <a:xfrm>
            <a:off x="9944100" y="4185138"/>
            <a:ext cx="114300" cy="131885"/>
          </a:xfrm>
          <a:prstGeom prst="ellipse">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965345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广播室布局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sz="half" idx="1"/>
          </p:nvPr>
        </p:nvSpPr>
        <p:spPr/>
        <p:txBody>
          <a:bodyPr>
            <a:normAutofit/>
          </a:bodyPr>
          <a:lstStyle/>
          <a:p>
            <a:pPr marL="0" indent="0">
              <a:buNone/>
            </a:pPr>
            <a:r>
              <a:rPr lang="zh-CN" altLang="en-US" dirty="0" smtClean="0">
                <a:latin typeface="微软雅黑" panose="020B0503020204020204" pitchFamily="34" charset="-122"/>
                <a:ea typeface="微软雅黑" panose="020B0503020204020204" pitchFamily="34" charset="-122"/>
              </a:rPr>
              <a:t>两台电脑</a:t>
            </a:r>
            <a:endParaRPr lang="en-US" altLang="zh-CN" dirty="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一负责监控</a:t>
            </a: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二负责广播</a:t>
            </a: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麦克风 </a:t>
            </a: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一张桌子</a:t>
            </a: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一个</a:t>
            </a:r>
            <a:r>
              <a:rPr lang="zh-CN" altLang="en-US" dirty="0" smtClean="0">
                <a:latin typeface="微软雅黑" panose="020B0503020204020204" pitchFamily="34" charset="-122"/>
                <a:ea typeface="微软雅黑" panose="020B0503020204020204" pitchFamily="34" charset="-122"/>
              </a:rPr>
              <a:t>空调 </a:t>
            </a: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椅子 床</a:t>
            </a:r>
            <a:endParaRPr lang="en-US" altLang="zh-CN" dirty="0" smtClean="0">
              <a:latin typeface="微软雅黑" panose="020B0503020204020204" pitchFamily="34" charset="-122"/>
              <a:ea typeface="微软雅黑" panose="020B0503020204020204" pitchFamily="34" charset="-122"/>
            </a:endParaRPr>
          </a:p>
          <a:p>
            <a:pPr marL="0" indent="0">
              <a:buNone/>
            </a:pPr>
            <a:endParaRPr lang="zh-CN" altLang="en-US" dirty="0"/>
          </a:p>
        </p:txBody>
      </p:sp>
      <p:pic>
        <p:nvPicPr>
          <p:cNvPr id="6" name="内容占位符 5"/>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5549747" y="1825625"/>
            <a:ext cx="5804053" cy="43513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307597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广播室基本操作</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sz="half" idx="1"/>
          </p:nvPr>
        </p:nvSpPr>
        <p:spPr/>
        <p:txBody>
          <a:bodyPr/>
          <a:lstStyle/>
          <a:p>
            <a:pPr marL="0" indent="0">
              <a:buNone/>
            </a:pPr>
            <a:r>
              <a:rPr lang="zh-CN" altLang="en-US" dirty="0" smtClean="0">
                <a:latin typeface="微软雅黑" panose="020B0503020204020204" pitchFamily="34" charset="-122"/>
                <a:ea typeface="微软雅黑" panose="020B0503020204020204" pitchFamily="34" charset="-122"/>
              </a:rPr>
              <a:t>广播室一般仅用于运动会</a:t>
            </a: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其他</a:t>
            </a:r>
            <a:r>
              <a:rPr lang="zh-CN" altLang="en-US" dirty="0" smtClean="0">
                <a:latin typeface="微软雅黑" panose="020B0503020204020204" pitchFamily="34" charset="-122"/>
                <a:ea typeface="微软雅黑" panose="020B0503020204020204" pitchFamily="34" charset="-122"/>
              </a:rPr>
              <a:t>活动基本不使用</a:t>
            </a: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使用电脑播放指定音频</a:t>
            </a: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一般使用网易云音乐配合校内播音软件</a:t>
            </a: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具体</a:t>
            </a:r>
            <a:r>
              <a:rPr lang="zh-CN" altLang="en-US" dirty="0" smtClean="0">
                <a:latin typeface="微软雅黑" panose="020B0503020204020204" pitchFamily="34" charset="-122"/>
                <a:ea typeface="微软雅黑" panose="020B0503020204020204" pitchFamily="34" charset="-122"/>
              </a:rPr>
              <a:t>怎么播放李俊老师会教</a:t>
            </a: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pPr marL="0" indent="0">
              <a:buNone/>
            </a:pPr>
            <a:endParaRPr lang="zh-CN" altLang="en-US" dirty="0"/>
          </a:p>
        </p:txBody>
      </p:sp>
      <p:sp>
        <p:nvSpPr>
          <p:cNvPr id="4" name="内容占位符 3"/>
          <p:cNvSpPr>
            <a:spLocks noGrp="1"/>
          </p:cNvSpPr>
          <p:nvPr>
            <p:ph sz="half" idx="2"/>
          </p:nvPr>
        </p:nvSpPr>
        <p:spPr/>
        <p:txBody>
          <a:bodyPr/>
          <a:lstStyle/>
          <a:p>
            <a:pPr marL="0" indent="0">
              <a:buNone/>
            </a:pPr>
            <a:r>
              <a:rPr lang="zh-CN" altLang="en-US" dirty="0" smtClean="0">
                <a:latin typeface="微软雅黑" panose="020B0503020204020204" pitchFamily="34" charset="-122"/>
                <a:ea typeface="微软雅黑" panose="020B0503020204020204" pitchFamily="34" charset="-122"/>
              </a:rPr>
              <a:t>使用麦克风播报指定内容</a:t>
            </a: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这个李俊老师也会教</a:t>
            </a: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有任何不会的随时问李俊老师</a:t>
            </a: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随时准备好下楼给老师递话筒</a:t>
            </a: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a:p>
          <a:p>
            <a:pPr marL="0" indent="0">
              <a:buNone/>
            </a:pPr>
            <a:endParaRPr lang="zh-CN" altLang="en-US" dirty="0"/>
          </a:p>
        </p:txBody>
      </p:sp>
    </p:spTree>
    <p:extLst>
      <p:ext uri="{BB962C8B-B14F-4D97-AF65-F5344CB8AC3E}">
        <p14:creationId xmlns:p14="http://schemas.microsoft.com/office/powerpoint/2010/main" val="10808328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广播室注意事项</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sz="half" idx="1"/>
          </p:nvPr>
        </p:nvSpPr>
        <p:spPr/>
        <p:txBody>
          <a:bodyPr>
            <a:normAutofit/>
          </a:bodyPr>
          <a:lstStyle/>
          <a:p>
            <a:r>
              <a:rPr lang="zh-CN" altLang="en-US" dirty="0" smtClean="0">
                <a:latin typeface="微软雅黑" panose="020B0503020204020204" pitchFamily="34" charset="-122"/>
                <a:ea typeface="微软雅黑" panose="020B0503020204020204" pitchFamily="34" charset="-122"/>
              </a:rPr>
              <a:t>请不要将非信息部工作人员带入广播室 包括但不限于同学 朋友 家长</a:t>
            </a:r>
            <a:endParaRPr lang="en-US" altLang="zh-CN"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进入</a:t>
            </a:r>
            <a:r>
              <a:rPr lang="zh-CN" altLang="en-US" dirty="0" smtClean="0">
                <a:latin typeface="微软雅黑" panose="020B0503020204020204" pitchFamily="34" charset="-122"/>
                <a:ea typeface="微软雅黑" panose="020B0503020204020204" pitchFamily="34" charset="-122"/>
              </a:rPr>
              <a:t>广播室后请关好门 </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空调随意开 窗可以不关</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不鼓励在工作时玩手机写作业 请记准播报信息</a:t>
            </a: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（比如把无人机</a:t>
            </a:r>
            <a:r>
              <a:rPr lang="en-US" altLang="zh-CN" dirty="0" smtClean="0">
                <a:latin typeface="微软雅黑" panose="020B0503020204020204" pitchFamily="34" charset="-122"/>
                <a:ea typeface="微软雅黑" panose="020B0503020204020204" pitchFamily="34" charset="-122"/>
              </a:rPr>
              <a:t>20m</a:t>
            </a:r>
            <a:r>
              <a:rPr lang="zh-CN" altLang="en-US" dirty="0" smtClean="0">
                <a:latin typeface="微软雅黑" panose="020B0503020204020204" pitchFamily="34" charset="-122"/>
                <a:ea typeface="微软雅黑" panose="020B0503020204020204" pitchFamily="34" charset="-122"/>
              </a:rPr>
              <a:t>以下播成</a:t>
            </a:r>
            <a:r>
              <a:rPr lang="en-US" altLang="zh-CN" dirty="0" smtClean="0">
                <a:latin typeface="微软雅黑" panose="020B0503020204020204" pitchFamily="34" charset="-122"/>
                <a:ea typeface="微软雅黑" panose="020B0503020204020204" pitchFamily="34" charset="-122"/>
              </a:rPr>
              <a:t>20m</a:t>
            </a:r>
            <a:r>
              <a:rPr lang="zh-CN" altLang="en-US" dirty="0" smtClean="0">
                <a:latin typeface="微软雅黑" panose="020B0503020204020204" pitchFamily="34" charset="-122"/>
                <a:ea typeface="微软雅黑" panose="020B0503020204020204" pitchFamily="34" charset="-122"/>
              </a:rPr>
              <a:t>以上）</a:t>
            </a:r>
            <a:endParaRPr lang="zh-CN" altLang="en-US" dirty="0">
              <a:latin typeface="微软雅黑" panose="020B0503020204020204" pitchFamily="34" charset="-122"/>
              <a:ea typeface="微软雅黑" panose="020B0503020204020204" pitchFamily="34" charset="-122"/>
            </a:endParaRPr>
          </a:p>
        </p:txBody>
      </p:sp>
      <p:sp>
        <p:nvSpPr>
          <p:cNvPr id="4" name="内容占位符 3"/>
          <p:cNvSpPr>
            <a:spLocks noGrp="1"/>
          </p:cNvSpPr>
          <p:nvPr>
            <p:ph sz="half" idx="2"/>
          </p:nvPr>
        </p:nvSpPr>
        <p:spPr/>
        <p:txBody>
          <a:bodyPr>
            <a:normAutofit/>
          </a:bodyPr>
          <a:lstStyle/>
          <a:p>
            <a:r>
              <a:rPr lang="zh-CN" altLang="en-US" dirty="0" smtClean="0">
                <a:latin typeface="微软雅黑" panose="020B0503020204020204" pitchFamily="34" charset="-122"/>
                <a:ea typeface="微软雅黑" panose="020B0503020204020204" pitchFamily="34" charset="-122"/>
              </a:rPr>
              <a:t>不鼓励随意查看校园监控 包括但不限于走廊 班级 门卫</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使用聊天</a:t>
            </a:r>
            <a:r>
              <a:rPr lang="en-US" altLang="zh-CN" dirty="0" smtClean="0">
                <a:latin typeface="微软雅黑" panose="020B0503020204020204" pitchFamily="34" charset="-122"/>
                <a:ea typeface="微软雅黑" panose="020B0503020204020204" pitchFamily="34" charset="-122"/>
              </a:rPr>
              <a:t>app</a:t>
            </a:r>
            <a:r>
              <a:rPr lang="zh-CN" altLang="en-US" dirty="0" smtClean="0">
                <a:latin typeface="微软雅黑" panose="020B0503020204020204" pitchFamily="34" charset="-122"/>
                <a:ea typeface="微软雅黑" panose="020B0503020204020204" pitchFamily="34" charset="-122"/>
              </a:rPr>
              <a:t>与其他成员密切联系 防止错过重要通知</a:t>
            </a:r>
            <a:endParaRPr lang="en-US" altLang="zh-CN"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不</a:t>
            </a:r>
            <a:r>
              <a:rPr lang="zh-CN" altLang="en-US" dirty="0" smtClean="0">
                <a:latin typeface="微软雅黑" panose="020B0503020204020204" pitchFamily="34" charset="-122"/>
                <a:ea typeface="微软雅黑" panose="020B0503020204020204" pitchFamily="34" charset="-122"/>
              </a:rPr>
              <a:t>鼓励在广播室铺地毯睡觉</a:t>
            </a:r>
            <a:endParaRPr lang="en-US" altLang="zh-CN" dirty="0" smtClean="0">
              <a:latin typeface="微软雅黑" panose="020B0503020204020204" pitchFamily="34" charset="-122"/>
              <a:ea typeface="微软雅黑" panose="020B0503020204020204" pitchFamily="34" charset="-122"/>
            </a:endParaRPr>
          </a:p>
          <a:p>
            <a:r>
              <a:rPr lang="zh-CN" altLang="en-US" dirty="0" smtClean="0">
                <a:solidFill>
                  <a:srgbClr val="FF0000"/>
                </a:solidFill>
                <a:latin typeface="微软雅黑" panose="020B0503020204020204" pitchFamily="34" charset="-122"/>
                <a:ea typeface="微软雅黑" panose="020B0503020204020204" pitchFamily="34" charset="-122"/>
              </a:rPr>
              <a:t>严禁在校内使用翻墙软件</a:t>
            </a:r>
            <a:endParaRPr lang="zh-CN" altLang="en-US"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803949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广播室错误使用典例</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sz="half" idx="1"/>
          </p:nvPr>
        </p:nvSpPr>
        <p:spPr/>
        <p:txBody>
          <a:bodyPr/>
          <a:lstStyle/>
          <a:p>
            <a:r>
              <a:rPr lang="zh-CN" altLang="en-US" dirty="0" smtClean="0">
                <a:latin typeface="微软雅黑" panose="020B0503020204020204" pitchFamily="34" charset="-122"/>
                <a:ea typeface="微软雅黑" panose="020B0503020204020204" pitchFamily="34" charset="-122"/>
              </a:rPr>
              <a:t>因未能与信息部同学及时联系导致漏拍集体照</a:t>
            </a:r>
            <a:endParaRPr lang="en-US" altLang="zh-CN" dirty="0" smtClean="0">
              <a:latin typeface="微软雅黑" panose="020B0503020204020204" pitchFamily="34" charset="-122"/>
              <a:ea typeface="微软雅黑" panose="020B0503020204020204" pitchFamily="34" charset="-122"/>
            </a:endParaRPr>
          </a:p>
          <a:p>
            <a:pPr marL="0" indent="0">
              <a:buNone/>
            </a:pPr>
            <a:r>
              <a:rPr lang="en-US" altLang="zh-CN" dirty="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（细节照片里没有我）</a:t>
            </a:r>
            <a:endParaRPr lang="zh-CN" altLang="en-US" dirty="0">
              <a:latin typeface="微软雅黑" panose="020B0503020204020204" pitchFamily="34" charset="-122"/>
              <a:ea typeface="微软雅黑" panose="020B0503020204020204" pitchFamily="34" charset="-122"/>
            </a:endParaRPr>
          </a:p>
        </p:txBody>
      </p:sp>
      <p:pic>
        <p:nvPicPr>
          <p:cNvPr id="5" name="内容占位符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172200" y="2278136"/>
            <a:ext cx="5181600" cy="34463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32868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广播室错误使用典例</a:t>
            </a:r>
            <a:endParaRPr lang="zh-CN" altLang="en-US" dirty="0"/>
          </a:p>
        </p:txBody>
      </p:sp>
      <p:sp>
        <p:nvSpPr>
          <p:cNvPr id="3" name="内容占位符 2"/>
          <p:cNvSpPr>
            <a:spLocks noGrp="1"/>
          </p:cNvSpPr>
          <p:nvPr>
            <p:ph sz="half" idx="1"/>
          </p:nvPr>
        </p:nvSpPr>
        <p:spPr/>
        <p:txBody>
          <a:bodyPr/>
          <a:lstStyle/>
          <a:p>
            <a:r>
              <a:rPr lang="zh-CN" altLang="en-US" dirty="0" smtClean="0">
                <a:latin typeface="微软雅黑" panose="020B0503020204020204" pitchFamily="34" charset="-122"/>
                <a:ea typeface="微软雅黑" panose="020B0503020204020204" pitchFamily="34" charset="-122"/>
              </a:rPr>
              <a:t>在广播室铺地摊睡觉错过通知被李俊老师叫醒</a:t>
            </a:r>
            <a:endParaRPr lang="zh-CN" altLang="en-US" dirty="0">
              <a:latin typeface="微软雅黑" panose="020B0503020204020204" pitchFamily="34" charset="-122"/>
              <a:ea typeface="微软雅黑" panose="020B0503020204020204" pitchFamily="34" charset="-122"/>
            </a:endParaRPr>
          </a:p>
        </p:txBody>
      </p:sp>
      <p:pic>
        <p:nvPicPr>
          <p:cNvPr id="5" name="内容占位符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172200" y="2058953"/>
            <a:ext cx="5181600" cy="38846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954599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广播室错误使用典例</a:t>
            </a:r>
            <a:endParaRPr lang="zh-CN" altLang="en-US" dirty="0"/>
          </a:p>
        </p:txBody>
      </p:sp>
      <p:sp>
        <p:nvSpPr>
          <p:cNvPr id="3" name="内容占位符 2"/>
          <p:cNvSpPr>
            <a:spLocks noGrp="1"/>
          </p:cNvSpPr>
          <p:nvPr>
            <p:ph sz="half" idx="1"/>
          </p:nvPr>
        </p:nvSpPr>
        <p:spPr/>
        <p:txBody>
          <a:bodyPr/>
          <a:lstStyle/>
          <a:p>
            <a:r>
              <a:rPr lang="zh-CN" altLang="en-US" dirty="0" smtClean="0">
                <a:latin typeface="微软雅黑" panose="020B0503020204020204" pitchFamily="34" charset="-122"/>
                <a:ea typeface="微软雅黑" panose="020B0503020204020204" pitchFamily="34" charset="-122"/>
              </a:rPr>
              <a:t>随意查看监控视频寻找外卖投递点</a:t>
            </a:r>
            <a:endParaRPr lang="zh-CN" altLang="en-US" dirty="0">
              <a:latin typeface="微软雅黑" panose="020B0503020204020204" pitchFamily="34" charset="-122"/>
              <a:ea typeface="微软雅黑" panose="020B0503020204020204" pitchFamily="34" charset="-122"/>
            </a:endParaRPr>
          </a:p>
        </p:txBody>
      </p:sp>
      <p:pic>
        <p:nvPicPr>
          <p:cNvPr id="6" name="内容占位符 5"/>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172200" y="2058953"/>
            <a:ext cx="5181600" cy="38846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924137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广播室错误使用典例</a:t>
            </a:r>
            <a:endParaRPr lang="zh-CN" altLang="en-US" dirty="0"/>
          </a:p>
        </p:txBody>
      </p:sp>
      <p:sp>
        <p:nvSpPr>
          <p:cNvPr id="3" name="内容占位符 2"/>
          <p:cNvSpPr>
            <a:spLocks noGrp="1"/>
          </p:cNvSpPr>
          <p:nvPr>
            <p:ph sz="half" idx="1"/>
          </p:nvPr>
        </p:nvSpPr>
        <p:spPr/>
        <p:txBody>
          <a:bodyPr>
            <a:normAutofit/>
          </a:bodyPr>
          <a:lstStyle/>
          <a:p>
            <a:r>
              <a:rPr lang="zh-CN" altLang="en-US" dirty="0" smtClean="0">
                <a:latin typeface="微软雅黑" panose="020B0503020204020204" pitchFamily="34" charset="-122"/>
                <a:ea typeface="微软雅黑" panose="020B0503020204020204" pitchFamily="34" charset="-122"/>
              </a:rPr>
              <a:t>门没关一堆同学跑进来吹空调玩手机</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写作业误把</a:t>
            </a:r>
            <a:r>
              <a:rPr lang="en-US" altLang="zh-CN" dirty="0" smtClean="0">
                <a:latin typeface="微软雅黑" panose="020B0503020204020204" pitchFamily="34" charset="-122"/>
                <a:ea typeface="微软雅黑" panose="020B0503020204020204" pitchFamily="34" charset="-122"/>
              </a:rPr>
              <a:t>20m</a:t>
            </a:r>
            <a:r>
              <a:rPr lang="zh-CN" altLang="en-US" dirty="0" smtClean="0">
                <a:latin typeface="微软雅黑" panose="020B0503020204020204" pitchFamily="34" charset="-122"/>
                <a:ea typeface="微软雅黑" panose="020B0503020204020204" pitchFamily="34" charset="-122"/>
              </a:rPr>
              <a:t>以上报成一下险些造成无人机撞机</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跑去咖啡厅发现门锁了回不了广播室</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空调开太低险些感冒</a:t>
            </a:r>
            <a:endParaRPr lang="en-US" altLang="zh-CN"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放</a:t>
            </a:r>
            <a:r>
              <a:rPr lang="zh-CN" altLang="en-US" dirty="0" smtClean="0">
                <a:latin typeface="微软雅黑" panose="020B0503020204020204" pitchFamily="34" charset="-122"/>
                <a:ea typeface="微软雅黑" panose="020B0503020204020204" pitchFamily="34" charset="-122"/>
              </a:rPr>
              <a:t>国歌放成</a:t>
            </a:r>
            <a:r>
              <a:rPr lang="en-US" altLang="zh-CN" dirty="0" smtClean="0">
                <a:latin typeface="微软雅黑" panose="020B0503020204020204" pitchFamily="34" charset="-122"/>
                <a:ea typeface="微软雅黑" panose="020B0503020204020204" pitchFamily="34" charset="-122"/>
              </a:rPr>
              <a:t>#####</a:t>
            </a:r>
          </a:p>
          <a:p>
            <a:r>
              <a:rPr lang="zh-CN" altLang="en-US" dirty="0">
                <a:latin typeface="微软雅黑" panose="020B0503020204020204" pitchFamily="34" charset="-122"/>
                <a:ea typeface="微软雅黑" panose="020B0503020204020204" pitchFamily="34" charset="-122"/>
              </a:rPr>
              <a:t>请</a:t>
            </a:r>
            <a:r>
              <a:rPr lang="zh-CN" altLang="en-US" dirty="0" smtClean="0">
                <a:latin typeface="微软雅黑" panose="020B0503020204020204" pitchFamily="34" charset="-122"/>
                <a:ea typeface="微软雅黑" panose="020B0503020204020204" pitchFamily="34" charset="-122"/>
              </a:rPr>
              <a:t>不要变卖学校的任何财产</a:t>
            </a:r>
            <a:endParaRPr lang="zh-CN" altLang="en-US" dirty="0">
              <a:latin typeface="微软雅黑" panose="020B0503020204020204" pitchFamily="34" charset="-122"/>
              <a:ea typeface="微软雅黑" panose="020B0503020204020204" pitchFamily="34" charset="-122"/>
            </a:endParaRPr>
          </a:p>
        </p:txBody>
      </p:sp>
      <p:sp>
        <p:nvSpPr>
          <p:cNvPr id="4" name="内容占位符 3"/>
          <p:cNvSpPr>
            <a:spLocks noGrp="1"/>
          </p:cNvSpPr>
          <p:nvPr>
            <p:ph sz="half" idx="2"/>
          </p:nvPr>
        </p:nvSpPr>
        <p:spPr/>
        <p:txBody>
          <a:bodyPr>
            <a:normAutofit/>
          </a:bodyPr>
          <a:lstStyle/>
          <a:p>
            <a:r>
              <a:rPr lang="zh-CN" altLang="en-US" dirty="0" smtClean="0">
                <a:latin typeface="微软雅黑" panose="020B0503020204020204" pitchFamily="34" charset="-122"/>
                <a:ea typeface="微软雅黑" panose="020B0503020204020204" pitchFamily="34" charset="-122"/>
              </a:rPr>
              <a:t>更多错误使用典例期待大家去发掘</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186411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3600" dirty="0" smtClean="0">
                <a:latin typeface="微软雅黑" panose="020B0503020204020204" pitchFamily="34" charset="-122"/>
                <a:ea typeface="微软雅黑" panose="020B0503020204020204" pitchFamily="34" charset="-122"/>
              </a:rPr>
              <a:t>以上内容若不被老师发现可视为操作指南</a:t>
            </a:r>
            <a:endParaRPr lang="zh-CN" altLang="en-US" sz="3600" dirty="0">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1565210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348</Words>
  <Application>Microsoft Office PowerPoint</Application>
  <PresentationFormat>宽屏</PresentationFormat>
  <Paragraphs>59</Paragraphs>
  <Slides>10</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vt:i4>
      </vt:variant>
    </vt:vector>
  </HeadingPairs>
  <TitlesOfParts>
    <vt:vector size="15" baseType="lpstr">
      <vt:lpstr>等线</vt:lpstr>
      <vt:lpstr>等线 Light</vt:lpstr>
      <vt:lpstr>微软雅黑</vt:lpstr>
      <vt:lpstr>Arial</vt:lpstr>
      <vt:lpstr>Office 主题​​</vt:lpstr>
      <vt:lpstr>2026-2027苏州工业园区星海实验高级中学学生会信息部广播室使用说明与规范</vt:lpstr>
      <vt:lpstr>广播室位置</vt:lpstr>
      <vt:lpstr>广播室布局</vt:lpstr>
      <vt:lpstr>广播室基本操作</vt:lpstr>
      <vt:lpstr>广播室注意事项</vt:lpstr>
      <vt:lpstr>广播室错误使用典例</vt:lpstr>
      <vt:lpstr>广播室错误使用典例</vt:lpstr>
      <vt:lpstr>广播室错误使用典例</vt:lpstr>
      <vt:lpstr>广播室错误使用典例</vt:lpstr>
      <vt:lpstr>以上内容若不被老师发现可视为操作指南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2026-2027苏州工业园区星海实验高级中学学生会信息部广播室使用说明与规范</dc:title>
  <dc:creator>Tracy Jiang</dc:creator>
  <cp:lastModifiedBy>Tracy Jiang</cp:lastModifiedBy>
  <cp:revision>6</cp:revision>
  <dcterms:created xsi:type="dcterms:W3CDTF">2026-09-12T13:05:45Z</dcterms:created>
  <dcterms:modified xsi:type="dcterms:W3CDTF">2026-09-12T13:58:58Z</dcterms:modified>
</cp:coreProperties>
</file>